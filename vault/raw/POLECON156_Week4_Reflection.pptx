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28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4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Written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806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C9822B"/>
                </a:solidFill>
                <a:latin typeface="Calibri"/>
              </a:rPr>
              <a:t>TODAY'S PROMPT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1.  O'Mara writes that early online retail faced “exactly the kind of thorny problem Jeff Bezos loved to solve.” What was that problem, and how did Bezos solve it?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2.  According to O'Mara, what motivated Sergey Brin and Larry Page to create a search engine? What role did the federal government play in the early stages of their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737360"/>
            <a:ext cx="4526280" cy="4617720"/>
          </a:xfrm>
          <a:prstGeom prst="round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19456" rIns="256032" rtlCol="0" anchor="ctr"/>
          <a:lstStyle/>
          <a:p>
            <a:pPr algn="l">
              <a:spcAft>
                <a:spcPts val="1200"/>
              </a:spcAft>
            </a:pPr>
            <a:r>
              <a:rPr sz="1700" b="1" i="0" dirty="0">
                <a:solidFill>
                  <a:srgbClr val="FDB515"/>
                </a:solidFill>
                <a:latin typeface="Calibri"/>
              </a:rPr>
              <a:t>Instructions</a:t>
            </a:r>
          </a:p>
          <a:p>
            <a:pPr algn="l">
              <a:spcAft>
                <a:spcPts val="8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•  10 minutes </a:t>
            </a:r>
            <a:endParaRPr lang="es-ES" sz="15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•  Handwritten in your spiral notebook — no devices, open-book (The Code + Course Reader OK).</a:t>
            </a:r>
          </a:p>
          <a:p>
            <a:pPr algn="l">
              <a:spcAft>
                <a:spcPts val="8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•  A short paragraph per question — both answers on ONE page.</a:t>
            </a:r>
          </a:p>
          <a:p>
            <a:pPr algn="l">
              <a:spcAft>
                <a:spcPts val="800"/>
              </a:spcAft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•  Take a screenshot and upload it to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bCourses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under Week 4 Reflection.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Silvia Díaz de Rada Goñi</cp:lastModifiedBy>
  <cp:revision>2</cp:revision>
  <dcterms:created xsi:type="dcterms:W3CDTF">2013-01-27T09:14:16Z</dcterms:created>
  <dcterms:modified xsi:type="dcterms:W3CDTF">2026-09-18T04:57:40Z</dcterms:modified>
  <cp:category/>
</cp:coreProperties>
</file>